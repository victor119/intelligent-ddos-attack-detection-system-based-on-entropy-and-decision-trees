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85" r:id="rId9"/>
    <p:sldId id="284" r:id="rId10"/>
    <p:sldId id="283" r:id="rId11"/>
    <p:sldId id="282" r:id="rId12"/>
    <p:sldId id="281" r:id="rId13"/>
    <p:sldId id="280" r:id="rId14"/>
    <p:sldId id="279" r:id="rId15"/>
    <p:sldId id="278" r:id="rId16"/>
    <p:sldId id="277" r:id="rId17"/>
    <p:sldId id="275" r:id="rId18"/>
    <p:sldId id="274" r:id="rId19"/>
    <p:sldId id="273" r:id="rId20"/>
    <p:sldId id="272" r:id="rId21"/>
    <p:sldId id="271" r:id="rId22"/>
    <p:sldId id="270" r:id="rId23"/>
    <p:sldId id="269" r:id="rId24"/>
    <p:sldId id="268" r:id="rId25"/>
    <p:sldId id="267" r:id="rId26"/>
    <p:sldId id="266" r:id="rId27"/>
    <p:sldId id="265" r:id="rId28"/>
    <p:sldId id="264" r:id="rId29"/>
    <p:sldId id="263" r:id="rId30"/>
    <p:sldId id="262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3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4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6753-3F3B-4A73-9AE5-702C1FA87756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DC79-20CE-4F1D-8A02-7D22CCB90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841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6753-3F3B-4A73-9AE5-702C1FA87756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DC79-20CE-4F1D-8A02-7D22CCB90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6753-3F3B-4A73-9AE5-702C1FA87756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DC79-20CE-4F1D-8A02-7D22CCB90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28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6753-3F3B-4A73-9AE5-702C1FA87756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DC79-20CE-4F1D-8A02-7D22CCB90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0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6753-3F3B-4A73-9AE5-702C1FA87756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DC79-20CE-4F1D-8A02-7D22CCB90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05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6753-3F3B-4A73-9AE5-702C1FA87756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DC79-20CE-4F1D-8A02-7D22CCB90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7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6753-3F3B-4A73-9AE5-702C1FA87756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DC79-20CE-4F1D-8A02-7D22CCB90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6753-3F3B-4A73-9AE5-702C1FA87756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DC79-20CE-4F1D-8A02-7D22CCB90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03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6753-3F3B-4A73-9AE5-702C1FA87756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DC79-20CE-4F1D-8A02-7D22CCB90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5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6753-3F3B-4A73-9AE5-702C1FA87756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DC79-20CE-4F1D-8A02-7D22CCB90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8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86753-3F3B-4A73-9AE5-702C1FA87756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5DC79-20CE-4F1D-8A02-7D22CCB90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83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86753-3F3B-4A73-9AE5-702C1FA87756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5DC79-20CE-4F1D-8A02-7D22CCB90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63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7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968220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439641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18381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525529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510736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530463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013135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635430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277603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73559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497545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946278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054107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4050192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274400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04985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537765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58770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152158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559722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98790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97884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08626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8682"/>
          </a:xfrm>
        </p:spPr>
      </p:pic>
    </p:spTree>
    <p:extLst>
      <p:ext uri="{BB962C8B-B14F-4D97-AF65-F5344CB8AC3E}">
        <p14:creationId xmlns:p14="http://schemas.microsoft.com/office/powerpoint/2010/main" val="2598264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404771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116901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5665668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302135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1859788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59123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0</Words>
  <Application>Microsoft Office PowerPoint</Application>
  <PresentationFormat>Widescreen</PresentationFormat>
  <Paragraphs>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victor</dc:creator>
  <cp:lastModifiedBy>victor</cp:lastModifiedBy>
  <cp:revision>5</cp:revision>
  <dcterms:created xsi:type="dcterms:W3CDTF">2025-07-09T09:49:28Z</dcterms:created>
  <dcterms:modified xsi:type="dcterms:W3CDTF">2025-07-09T12:14:00Z</dcterms:modified>
</cp:coreProperties>
</file>